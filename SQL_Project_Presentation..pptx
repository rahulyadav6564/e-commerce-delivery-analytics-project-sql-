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91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4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3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5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0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8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7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5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5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5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81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5475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7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68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71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98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4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280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>
            <a:normAutofit/>
          </a:bodyPr>
          <a:lstStyle/>
          <a:p>
            <a:pPr algn="ctr"/>
            <a:r>
              <a:rPr dirty="0"/>
              <a:t>E-Commerce Delivery Analytics (SQL Project)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14F40-9AAC-5E40-7BC9-24D45CE92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51" y="3252651"/>
            <a:ext cx="8754697" cy="19528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focuses on analyzing </a:t>
            </a:r>
            <a:r>
              <a:rPr lang="en-US" b="1" dirty="0"/>
              <a:t>e-commerce delivery data</a:t>
            </a:r>
            <a:r>
              <a:rPr lang="en-US" dirty="0"/>
              <a:t> to understand key business challenges. </a:t>
            </a:r>
          </a:p>
          <a:p>
            <a:r>
              <a:rPr lang="en-US" dirty="0"/>
              <a:t>The main objective is to evaluate </a:t>
            </a:r>
            <a:r>
              <a:rPr lang="en-US" b="1" dirty="0"/>
              <a:t>revenue trends, delivery efficiency, and customer satisfaction</a:t>
            </a:r>
            <a:r>
              <a:rPr lang="en-US" dirty="0"/>
              <a:t>. </a:t>
            </a:r>
          </a:p>
          <a:p>
            <a:r>
              <a:rPr lang="en-US" dirty="0"/>
              <a:t>SQL is used to extract insights that help improve </a:t>
            </a:r>
            <a:r>
              <a:rPr lang="en-US" b="1" dirty="0"/>
              <a:t>operational performance and decision-making</a:t>
            </a:r>
            <a:r>
              <a:rPr lang="en-US" dirty="0"/>
              <a:t>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366" y="764373"/>
            <a:ext cx="7657274" cy="1293028"/>
          </a:xfrm>
        </p:spPr>
        <p:txBody>
          <a:bodyPr/>
          <a:lstStyle/>
          <a:p>
            <a:pPr algn="ctr"/>
            <a:r>
              <a:rPr dirty="0"/>
              <a:t>Dataset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B058A3-B274-B99E-21FE-B1419FF60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2540" y="1842787"/>
            <a:ext cx="81971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200,000 order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multiple platforms: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Swiggy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Instamart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Blinkit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JioMart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variables analyzed: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rating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Refund requests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helps in understanding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delivery operations and customer behavior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383" y="764373"/>
            <a:ext cx="7646257" cy="1293028"/>
          </a:xfrm>
        </p:spPr>
        <p:txBody>
          <a:bodyPr/>
          <a:lstStyle/>
          <a:p>
            <a:pPr algn="ctr"/>
            <a:r>
              <a:rPr dirty="0"/>
              <a:t>Core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A70E4B-E377-BD7C-618D-5F1BCAF5F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7624" y="2936438"/>
            <a:ext cx="72270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200,000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Platforms Analyzed: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Delivery Time: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~29.6 minutes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Refund Rate: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~45.8%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metrics indicate overall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performance and operational efficiency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720" y="1311007"/>
            <a:ext cx="7425920" cy="1410158"/>
          </a:xfrm>
        </p:spPr>
        <p:txBody>
          <a:bodyPr/>
          <a:lstStyle/>
          <a:p>
            <a:pPr algn="ctr"/>
            <a:r>
              <a:rPr dirty="0"/>
              <a:t>Key Finding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B8260B-B686-940B-D78C-E3741C67EE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360" y="2865742"/>
            <a:ext cx="79552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delays consistently receive lower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value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and reliable delivery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in delivery directly impacts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satisfaction and retention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692" y="764373"/>
            <a:ext cx="8097948" cy="1293028"/>
          </a:xfrm>
        </p:spPr>
        <p:txBody>
          <a:bodyPr/>
          <a:lstStyle/>
          <a:p>
            <a:pPr algn="ctr"/>
            <a:r>
              <a:rPr dirty="0"/>
              <a:t>Key Finding 2</a:t>
            </a:r>
            <a:r>
              <a:rPr lang="en-US" dirty="0"/>
              <a:t> – </a:t>
            </a:r>
            <a:br>
              <a:rPr lang="en-US" dirty="0"/>
            </a:br>
            <a:r>
              <a:rPr lang="en-IN" dirty="0"/>
              <a:t>HIGH REFUND RATE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98E691-F110-62EA-A68C-1BDF7D81E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359" y="2467576"/>
            <a:ext cx="787761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Refund rate is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45.8%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significantly high.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indicates possible issues such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deliveries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product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dissatisfaction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refunds lead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loss and reduced customer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675" y="764373"/>
            <a:ext cx="8108965" cy="129302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KEY FINDING 3 – REVENUE CONCENTRATION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390660"/>
            <a:ext cx="8351336" cy="2409940"/>
          </a:xfrm>
        </p:spPr>
        <p:txBody>
          <a:bodyPr>
            <a:normAutofit/>
          </a:bodyPr>
          <a:lstStyle/>
          <a:p>
            <a:r>
              <a:rPr lang="en-US" dirty="0"/>
              <a:t>A few product categories contribute to the </a:t>
            </a:r>
            <a:r>
              <a:rPr lang="en-US" b="1" dirty="0"/>
              <a:t>major share of total revenue</a:t>
            </a:r>
            <a:r>
              <a:rPr lang="en-US" dirty="0"/>
              <a:t>. </a:t>
            </a:r>
          </a:p>
          <a:p>
            <a:r>
              <a:rPr lang="en-US" dirty="0"/>
              <a:t>This shows dependency on </a:t>
            </a:r>
            <a:r>
              <a:rPr lang="en-US" b="1" dirty="0"/>
              <a:t>limited product segments</a:t>
            </a:r>
            <a:r>
              <a:rPr lang="en-US" dirty="0"/>
              <a:t>. </a:t>
            </a:r>
          </a:p>
          <a:p>
            <a:r>
              <a:rPr lang="en-US" dirty="0"/>
              <a:t>Business risk increases if these categories underperform.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55" y="764373"/>
            <a:ext cx="8350785" cy="129302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KEY FINDING 4 – PLATFORM PERFORMANCE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446A03-7A62-F41C-EF44-FC2FE0F030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692" y="2759396"/>
            <a:ext cx="83507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differences observed across platforms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platforms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efficient and customer-friendly than others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877" y="764373"/>
            <a:ext cx="7976763" cy="1293028"/>
          </a:xfrm>
        </p:spPr>
        <p:txBody>
          <a:bodyPr/>
          <a:lstStyle/>
          <a:p>
            <a:pPr algn="ctr"/>
            <a:r>
              <a:rPr dirty="0"/>
              <a:t>Delivery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C52596-6FC2-180E-6C98-A8712C2953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907" y="2228671"/>
            <a:ext cx="825218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delivery time varies across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platforms have delivery time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greater than 29.6 minutes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indicates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logistics and operational delays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708" y="764373"/>
            <a:ext cx="8086932" cy="1293028"/>
          </a:xfrm>
        </p:spPr>
        <p:txBody>
          <a:bodyPr/>
          <a:lstStyle/>
          <a:p>
            <a:pPr algn="ctr"/>
            <a:r>
              <a:rPr dirty="0"/>
              <a:t>Customer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DC0EFA-D189-0CE6-A256-B449E5D133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640" y="2312201"/>
            <a:ext cx="830672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ratings are strongly linked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deliveries result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ratings and negative feedback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customers are influenced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experience quality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759" y="764373"/>
            <a:ext cx="8053881" cy="1293028"/>
          </a:xfrm>
        </p:spPr>
        <p:txBody>
          <a:bodyPr/>
          <a:lstStyle/>
          <a:p>
            <a:pPr algn="ctr"/>
            <a:r>
              <a:rPr dirty="0"/>
              <a:t>Category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84295E-2CFA-291C-500E-4DE1B3986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360" y="2241538"/>
            <a:ext cx="814201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3 categories contribute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percentage of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categories are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drivers of business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categories show potential but require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 in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277" y="8264"/>
            <a:ext cx="8241168" cy="1293028"/>
          </a:xfrm>
        </p:spPr>
        <p:txBody>
          <a:bodyPr/>
          <a:lstStyle/>
          <a:p>
            <a:pPr algn="l"/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039" y="1013552"/>
            <a:ext cx="7811510" cy="570673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/>
              <a:t>Improve Delivery Efficiency</a:t>
            </a:r>
          </a:p>
          <a:p>
            <a:r>
              <a:rPr lang="en-US" sz="6400" dirty="0"/>
              <a:t>Optimize delivery routes and logistics systems </a:t>
            </a:r>
          </a:p>
          <a:p>
            <a:r>
              <a:rPr lang="en-US" sz="6400" dirty="0"/>
              <a:t>Reduce delays through better coordination </a:t>
            </a:r>
          </a:p>
          <a:p>
            <a:r>
              <a:rPr lang="en-US" sz="6400" dirty="0"/>
              <a:t>Use real-time tracking to improve transparency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b="1" dirty="0"/>
              <a:t>Reduce Refund Rate</a:t>
            </a:r>
          </a:p>
          <a:p>
            <a:r>
              <a:rPr lang="en-US" sz="6400" dirty="0"/>
              <a:t>Identify reasons behind refunds </a:t>
            </a:r>
          </a:p>
          <a:p>
            <a:r>
              <a:rPr lang="en-US" sz="6400" dirty="0"/>
              <a:t>Improve product quality and packaging </a:t>
            </a:r>
          </a:p>
          <a:p>
            <a:r>
              <a:rPr lang="en-US" sz="6400" dirty="0"/>
              <a:t>Enhance customer service support </a:t>
            </a:r>
            <a:br>
              <a:rPr lang="en-US" sz="6400" dirty="0"/>
            </a:br>
            <a:endParaRPr lang="en-US" sz="6400" dirty="0"/>
          </a:p>
          <a:p>
            <a:pPr marL="0" indent="0">
              <a:buNone/>
            </a:pPr>
            <a:r>
              <a:rPr lang="en-US" sz="6400" b="1" dirty="0"/>
              <a:t>Focus on High-Revenue Categories</a:t>
            </a:r>
          </a:p>
          <a:p>
            <a:r>
              <a:rPr lang="en-US" sz="6400" dirty="0"/>
              <a:t>Ensure product availability </a:t>
            </a:r>
          </a:p>
          <a:p>
            <a:r>
              <a:rPr lang="en-US" sz="6400" dirty="0"/>
              <a:t>Improve delivery speed for these categories </a:t>
            </a:r>
          </a:p>
          <a:p>
            <a:r>
              <a:rPr lang="en-US" sz="6400" dirty="0"/>
              <a:t>Use targeted promotions </a:t>
            </a:r>
            <a:br>
              <a:rPr lang="en-US" sz="6400" dirty="0"/>
            </a:br>
            <a:endParaRPr lang="en-US" sz="6400" dirty="0"/>
          </a:p>
          <a:p>
            <a:pPr marL="0" indent="0">
              <a:buNone/>
            </a:pPr>
            <a:r>
              <a:rPr lang="en-US" sz="6400" b="1" dirty="0"/>
              <a:t>Platform Optimization</a:t>
            </a:r>
          </a:p>
          <a:p>
            <a:r>
              <a:rPr lang="en-US" sz="6400" dirty="0"/>
              <a:t>Analyze best-performing platform strategies </a:t>
            </a:r>
          </a:p>
          <a:p>
            <a:r>
              <a:rPr lang="en-US" sz="6400" dirty="0"/>
              <a:t>Apply successful practices to weaker platforms </a:t>
            </a:r>
          </a:p>
          <a:p>
            <a:r>
              <a:rPr lang="en-US" sz="6400" dirty="0"/>
              <a:t>Standardize operations across platform.</a:t>
            </a:r>
          </a:p>
          <a:p>
            <a:endParaRPr lang="en-US" sz="64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130" y="764373"/>
            <a:ext cx="7811510" cy="1293028"/>
          </a:xfrm>
        </p:spPr>
        <p:txBody>
          <a:bodyPr/>
          <a:lstStyle/>
          <a:p>
            <a:pPr algn="ctr"/>
            <a:r>
              <a:rPr dirty="0"/>
              <a:t>Advanced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Customer Experience Optimization</a:t>
            </a:r>
          </a:p>
          <a:p>
            <a:r>
              <a:rPr lang="en-IN" dirty="0"/>
              <a:t>Improve communication with customers </a:t>
            </a:r>
          </a:p>
          <a:p>
            <a:r>
              <a:rPr lang="en-IN" dirty="0"/>
              <a:t>Provide accurate delivery updates </a:t>
            </a:r>
          </a:p>
          <a:p>
            <a:r>
              <a:rPr lang="en-IN" dirty="0"/>
              <a:t>Focus on service quality </a:t>
            </a:r>
          </a:p>
          <a:p>
            <a:pPr marL="0" indent="0">
              <a:buNone/>
            </a:pPr>
            <a:r>
              <a:rPr lang="en-IN" b="1" dirty="0"/>
              <a:t>Data-Driven Decision Making</a:t>
            </a:r>
          </a:p>
          <a:p>
            <a:r>
              <a:rPr lang="en-IN" dirty="0"/>
              <a:t>Use SQL insights for planning </a:t>
            </a:r>
          </a:p>
          <a:p>
            <a:r>
              <a:rPr lang="en-IN" dirty="0"/>
              <a:t>Track KPIs regularly </a:t>
            </a:r>
          </a:p>
          <a:p>
            <a:r>
              <a:rPr lang="en-IN" dirty="0"/>
              <a:t>Continuously optimize operations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42" y="764373"/>
            <a:ext cx="8064898" cy="1293028"/>
          </a:xfrm>
        </p:spPr>
        <p:txBody>
          <a:bodyPr/>
          <a:lstStyle/>
          <a:p>
            <a:pPr algn="ctr"/>
            <a:r>
              <a:rPr dirty="0"/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Identified major business issues: </a:t>
            </a:r>
          </a:p>
          <a:p>
            <a:pPr lvl="1"/>
            <a:r>
              <a:rPr lang="en-US" dirty="0"/>
              <a:t>Delivery delays </a:t>
            </a:r>
          </a:p>
          <a:p>
            <a:pPr lvl="1"/>
            <a:r>
              <a:rPr lang="en-US" dirty="0"/>
              <a:t>High refund rate </a:t>
            </a:r>
          </a:p>
          <a:p>
            <a:pPr marL="0" indent="0">
              <a:buNone/>
            </a:pPr>
            <a:r>
              <a:rPr lang="en-US" dirty="0"/>
              <a:t>Provided actionable insights to improve: </a:t>
            </a:r>
          </a:p>
          <a:p>
            <a:pPr lvl="1"/>
            <a:r>
              <a:rPr lang="en-US" dirty="0"/>
              <a:t>Customer satisfaction </a:t>
            </a:r>
          </a:p>
          <a:p>
            <a:pPr lvl="1"/>
            <a:r>
              <a:rPr lang="en-US" dirty="0"/>
              <a:t>Operational efficiency </a:t>
            </a:r>
          </a:p>
          <a:p>
            <a:pPr lvl="1"/>
            <a:r>
              <a:rPr lang="en-US" dirty="0"/>
              <a:t>Revenue performance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26</TotalTime>
  <Words>481</Words>
  <Application>Microsoft Office PowerPoint</Application>
  <PresentationFormat>On-screen Show (4:3)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E-Commerce Delivery Analytics (SQL Project)</vt:lpstr>
      <vt:lpstr>Project Overview</vt:lpstr>
      <vt:lpstr>Dataset Overview</vt:lpstr>
      <vt:lpstr>Core Metrics</vt:lpstr>
      <vt:lpstr>Key Finding 1</vt:lpstr>
      <vt:lpstr>Key Finding 2 –  HIGH REFUND RATE</vt:lpstr>
      <vt:lpstr>KEY FINDING 3 – REVENUE CONCENTRATION</vt:lpstr>
      <vt:lpstr>KEY FINDING 4 – PLATFORM PERFORMANCE</vt:lpstr>
      <vt:lpstr>Delivery Analysis</vt:lpstr>
      <vt:lpstr>Customer Analysis</vt:lpstr>
      <vt:lpstr>Category Analysis</vt:lpstr>
      <vt:lpstr>Recommendations</vt:lpstr>
      <vt:lpstr>Advanced Strategy</vt:lpstr>
      <vt:lpstr>Project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</dc:creator>
  <cp:keywords/>
  <dc:description>generated using python-pptx</dc:description>
  <cp:lastModifiedBy>rahulyadav6564@outlook.com</cp:lastModifiedBy>
  <cp:revision>3</cp:revision>
  <dcterms:created xsi:type="dcterms:W3CDTF">2013-01-27T09:14:16Z</dcterms:created>
  <dcterms:modified xsi:type="dcterms:W3CDTF">2026-04-03T04:46:14Z</dcterms:modified>
  <cp:category/>
</cp:coreProperties>
</file>